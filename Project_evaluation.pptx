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3"/>
  </p:sldMasterIdLst>
  <p:notesMasterIdLst>
    <p:notesMasterId r:id="rId10"/>
  </p:notesMasterIdLst>
  <p:sldIdLst>
    <p:sldId id="256" r:id="rId4"/>
    <p:sldId id="272" r:id="rId5"/>
    <p:sldId id="273" r:id="rId6"/>
    <p:sldId id="274" r:id="rId7"/>
    <p:sldId id="275" r:id="rId8"/>
    <p:sldId id="276" r:id="rId9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Li2339G8bTHVU0XhGOuNEHkzC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24" Type="http://schemas.microsoft.com/office/2016/11/relationships/changesInfo" Target="changesInfos/changesInfo1.xml"/><Relationship Id="rId5" Type="http://schemas.openxmlformats.org/officeDocument/2006/relationships/slide" Target="slides/slide2.xml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customschemas.google.com/relationships/presentationmetadata" Target="meta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dhitya Narayanan A B" userId="S::210070001@iitb.ac.in::21af80bc-5945-4f07-9ff5-6b021ef25e1a" providerId="AD" clId="Web-{92C04B12-CF2C-A8E0-5D24-688551B43340}"/>
    <pc:docChg chg="addSld delSld">
      <pc:chgData name="Aadhitya Narayanan A B" userId="S::210070001@iitb.ac.in::21af80bc-5945-4f07-9ff5-6b021ef25e1a" providerId="AD" clId="Web-{92C04B12-CF2C-A8E0-5D24-688551B43340}" dt="2024-10-24T09:48:49.350" v="1"/>
      <pc:docMkLst>
        <pc:docMk/>
      </pc:docMkLst>
      <pc:sldChg chg="new del">
        <pc:chgData name="Aadhitya Narayanan A B" userId="S::210070001@iitb.ac.in::21af80bc-5945-4f07-9ff5-6b021ef25e1a" providerId="AD" clId="Web-{92C04B12-CF2C-A8E0-5D24-688551B43340}" dt="2024-10-24T09:48:49.350" v="1"/>
        <pc:sldMkLst>
          <pc:docMk/>
          <pc:sldMk cId="3786975620" sldId="268"/>
        </pc:sldMkLst>
      </pc:sldChg>
    </pc:docChg>
  </pc:docChgLst>
  <pc:docChgLst>
    <pc:chgData name="Chappidi Preethi" userId="S::22b1074@iitb.ac.in::a75c24f0-78a6-4104-80cf-a2f52d504bf7" providerId="AD" clId="Web-{EA42C916-314C-A8A5-0884-8390AFC4FF62}"/>
    <pc:docChg chg="sldOrd">
      <pc:chgData name="Chappidi Preethi" userId="S::22b1074@iitb.ac.in::a75c24f0-78a6-4104-80cf-a2f52d504bf7" providerId="AD" clId="Web-{EA42C916-314C-A8A5-0884-8390AFC4FF62}" dt="2024-10-25T19:48:01.623" v="0"/>
      <pc:docMkLst>
        <pc:docMk/>
      </pc:docMkLst>
      <pc:sldChg chg="ord">
        <pc:chgData name="Chappidi Preethi" userId="S::22b1074@iitb.ac.in::a75c24f0-78a6-4104-80cf-a2f52d504bf7" providerId="AD" clId="Web-{EA42C916-314C-A8A5-0884-8390AFC4FF62}" dt="2024-10-25T19:48:01.623" v="0"/>
        <pc:sldMkLst>
          <pc:docMk/>
          <pc:sldMk cId="0" sldId="263"/>
        </pc:sldMkLst>
      </pc:sldChg>
    </pc:docChg>
  </pc:docChgLst>
  <pc:docChgLst>
    <pc:chgData name="Sarvesh Shashidhar" userId="2f785714709b947b" providerId="LiveId" clId="{663F6E83-1B31-4E73-A7E8-33DF2233A537}"/>
    <pc:docChg chg="undo custSel addSld delSld modSld sldOrd">
      <pc:chgData name="Sarvesh Shashidhar" userId="2f785714709b947b" providerId="LiveId" clId="{663F6E83-1B31-4E73-A7E8-33DF2233A537}" dt="2024-11-03T17:01:56.540" v="5585" actId="20577"/>
      <pc:docMkLst>
        <pc:docMk/>
      </pc:docMkLst>
      <pc:sldChg chg="addSp modSp mod">
        <pc:chgData name="Sarvesh Shashidhar" userId="2f785714709b947b" providerId="LiveId" clId="{663F6E83-1B31-4E73-A7E8-33DF2233A537}" dt="2024-11-01T04:31:26.727" v="3600" actId="20577"/>
        <pc:sldMkLst>
          <pc:docMk/>
          <pc:sldMk cId="0" sldId="256"/>
        </pc:sldMkLst>
        <pc:spChg chg="add mod">
          <ac:chgData name="Sarvesh Shashidhar" userId="2f785714709b947b" providerId="LiveId" clId="{663F6E83-1B31-4E73-A7E8-33DF2233A537}" dt="2024-10-27T16:39:46.162" v="2" actId="14100"/>
          <ac:spMkLst>
            <pc:docMk/>
            <pc:sldMk cId="0" sldId="256"/>
            <ac:spMk id="2" creationId="{44D27D12-CB34-E50B-0007-EA50818046BB}"/>
          </ac:spMkLst>
        </pc:spChg>
        <pc:spChg chg="mod">
          <ac:chgData name="Sarvesh Shashidhar" userId="2f785714709b947b" providerId="LiveId" clId="{663F6E83-1B31-4E73-A7E8-33DF2233A537}" dt="2024-11-01T04:31:26.727" v="3600" actId="20577"/>
          <ac:spMkLst>
            <pc:docMk/>
            <pc:sldMk cId="0" sldId="256"/>
            <ac:spMk id="53" creationId="{00000000-0000-0000-0000-000000000000}"/>
          </ac:spMkLst>
        </pc:spChg>
      </pc:sldChg>
      <pc:sldChg chg="modSp mod">
        <pc:chgData name="Sarvesh Shashidhar" userId="2f785714709b947b" providerId="LiveId" clId="{663F6E83-1B31-4E73-A7E8-33DF2233A537}" dt="2024-11-01T04:51:59.914" v="3665" actId="20577"/>
        <pc:sldMkLst>
          <pc:docMk/>
          <pc:sldMk cId="0" sldId="259"/>
        </pc:sldMkLst>
        <pc:spChg chg="mod">
          <ac:chgData name="Sarvesh Shashidhar" userId="2f785714709b947b" providerId="LiveId" clId="{663F6E83-1B31-4E73-A7E8-33DF2233A537}" dt="2024-11-01T04:51:59.914" v="3665" actId="20577"/>
          <ac:spMkLst>
            <pc:docMk/>
            <pc:sldMk cId="0" sldId="259"/>
            <ac:spMk id="71" creationId="{00000000-0000-0000-0000-000000000000}"/>
          </ac:spMkLst>
        </pc:spChg>
      </pc:sldChg>
      <pc:sldChg chg="modSp mod">
        <pc:chgData name="Sarvesh Shashidhar" userId="2f785714709b947b" providerId="LiveId" clId="{663F6E83-1B31-4E73-A7E8-33DF2233A537}" dt="2024-10-31T12:27:57.512" v="3340" actId="20577"/>
        <pc:sldMkLst>
          <pc:docMk/>
          <pc:sldMk cId="0" sldId="260"/>
        </pc:sldMkLst>
        <pc:spChg chg="mod">
          <ac:chgData name="Sarvesh Shashidhar" userId="2f785714709b947b" providerId="LiveId" clId="{663F6E83-1B31-4E73-A7E8-33DF2233A537}" dt="2024-10-31T12:27:57.512" v="3340" actId="20577"/>
          <ac:spMkLst>
            <pc:docMk/>
            <pc:sldMk cId="0" sldId="260"/>
            <ac:spMk id="77" creationId="{00000000-0000-0000-0000-000000000000}"/>
          </ac:spMkLst>
        </pc:spChg>
      </pc:sldChg>
      <pc:sldChg chg="modSp mod">
        <pc:chgData name="Sarvesh Shashidhar" userId="2f785714709b947b" providerId="LiveId" clId="{663F6E83-1B31-4E73-A7E8-33DF2233A537}" dt="2024-10-28T18:40:53.803" v="1385" actId="20577"/>
        <pc:sldMkLst>
          <pc:docMk/>
          <pc:sldMk cId="0" sldId="261"/>
        </pc:sldMkLst>
        <pc:spChg chg="mod">
          <ac:chgData name="Sarvesh Shashidhar" userId="2f785714709b947b" providerId="LiveId" clId="{663F6E83-1B31-4E73-A7E8-33DF2233A537}" dt="2024-10-28T18:40:53.803" v="1385" actId="20577"/>
          <ac:spMkLst>
            <pc:docMk/>
            <pc:sldMk cId="0" sldId="261"/>
            <ac:spMk id="83" creationId="{00000000-0000-0000-0000-000000000000}"/>
          </ac:spMkLst>
        </pc:spChg>
      </pc:sldChg>
      <pc:sldChg chg="addSp delSp modSp mod">
        <pc:chgData name="Sarvesh Shashidhar" userId="2f785714709b947b" providerId="LiveId" clId="{663F6E83-1B31-4E73-A7E8-33DF2233A537}" dt="2024-11-01T08:06:38.882" v="4593" actId="20577"/>
        <pc:sldMkLst>
          <pc:docMk/>
          <pc:sldMk cId="0" sldId="262"/>
        </pc:sldMkLst>
        <pc:spChg chg="add mod">
          <ac:chgData name="Sarvesh Shashidhar" userId="2f785714709b947b" providerId="LiveId" clId="{663F6E83-1B31-4E73-A7E8-33DF2233A537}" dt="2024-11-01T08:06:38.882" v="4593" actId="20577"/>
          <ac:spMkLst>
            <pc:docMk/>
            <pc:sldMk cId="0" sldId="262"/>
            <ac:spMk id="3" creationId="{C3E775BD-704F-83A1-C80D-B8E298D80FBC}"/>
          </ac:spMkLst>
        </pc:spChg>
        <pc:spChg chg="add del mod">
          <ac:chgData name="Sarvesh Shashidhar" userId="2f785714709b947b" providerId="LiveId" clId="{663F6E83-1B31-4E73-A7E8-33DF2233A537}" dt="2024-10-27T16:59:59.329" v="133" actId="478"/>
          <ac:spMkLst>
            <pc:docMk/>
            <pc:sldMk cId="0" sldId="262"/>
            <ac:spMk id="4" creationId="{581412EE-311C-81C7-469E-75DA79DFE3FF}"/>
          </ac:spMkLst>
        </pc:spChg>
        <pc:spChg chg="del mod">
          <ac:chgData name="Sarvesh Shashidhar" userId="2f785714709b947b" providerId="LiveId" clId="{663F6E83-1B31-4E73-A7E8-33DF2233A537}" dt="2024-10-27T16:59:56.983" v="132" actId="478"/>
          <ac:spMkLst>
            <pc:docMk/>
            <pc:sldMk cId="0" sldId="262"/>
            <ac:spMk id="89" creationId="{00000000-0000-0000-0000-000000000000}"/>
          </ac:spMkLst>
        </pc:spChg>
        <pc:graphicFrameChg chg="add mod modGraphic">
          <ac:chgData name="Sarvesh Shashidhar" userId="2f785714709b947b" providerId="LiveId" clId="{663F6E83-1B31-4E73-A7E8-33DF2233A537}" dt="2024-11-01T08:05:04.788" v="4563" actId="20577"/>
          <ac:graphicFrameMkLst>
            <pc:docMk/>
            <pc:sldMk cId="0" sldId="262"/>
            <ac:graphicFrameMk id="2" creationId="{4A169673-ABDD-31DF-230F-E76CF461492B}"/>
          </ac:graphicFrameMkLst>
        </pc:graphicFrameChg>
      </pc:sldChg>
      <pc:sldChg chg="addSp delSp modSp mod">
        <pc:chgData name="Sarvesh Shashidhar" userId="2f785714709b947b" providerId="LiveId" clId="{663F6E83-1B31-4E73-A7E8-33DF2233A537}" dt="2024-10-28T18:44:28.116" v="1389" actId="1076"/>
        <pc:sldMkLst>
          <pc:docMk/>
          <pc:sldMk cId="0" sldId="263"/>
        </pc:sldMkLst>
        <pc:picChg chg="add del mod">
          <ac:chgData name="Sarvesh Shashidhar" userId="2f785714709b947b" providerId="LiveId" clId="{663F6E83-1B31-4E73-A7E8-33DF2233A537}" dt="2024-10-28T18:44:13.415" v="1386" actId="478"/>
          <ac:picMkLst>
            <pc:docMk/>
            <pc:sldMk cId="0" sldId="263"/>
            <ac:picMk id="3" creationId="{927C1C46-2E57-5038-1E68-4A5D25A74330}"/>
          </ac:picMkLst>
        </pc:picChg>
        <pc:picChg chg="add mod">
          <ac:chgData name="Sarvesh Shashidhar" userId="2f785714709b947b" providerId="LiveId" clId="{663F6E83-1B31-4E73-A7E8-33DF2233A537}" dt="2024-10-28T18:44:28.116" v="1389" actId="1076"/>
          <ac:picMkLst>
            <pc:docMk/>
            <pc:sldMk cId="0" sldId="263"/>
            <ac:picMk id="4" creationId="{C93C677F-EE71-B11D-101A-1BB4ED60798D}"/>
          </ac:picMkLst>
        </pc:picChg>
      </pc:sldChg>
      <pc:sldChg chg="modSp mod">
        <pc:chgData name="Sarvesh Shashidhar" userId="2f785714709b947b" providerId="LiveId" clId="{663F6E83-1B31-4E73-A7E8-33DF2233A537}" dt="2024-11-01T05:01:20.851" v="4439" actId="20577"/>
        <pc:sldMkLst>
          <pc:docMk/>
          <pc:sldMk cId="0" sldId="264"/>
        </pc:sldMkLst>
        <pc:spChg chg="mod">
          <ac:chgData name="Sarvesh Shashidhar" userId="2f785714709b947b" providerId="LiveId" clId="{663F6E83-1B31-4E73-A7E8-33DF2233A537}" dt="2024-10-28T20:47:20.880" v="2145" actId="1035"/>
          <ac:spMkLst>
            <pc:docMk/>
            <pc:sldMk cId="0" sldId="264"/>
            <ac:spMk id="99" creationId="{00000000-0000-0000-0000-000000000000}"/>
          </ac:spMkLst>
        </pc:spChg>
        <pc:spChg chg="mod">
          <ac:chgData name="Sarvesh Shashidhar" userId="2f785714709b947b" providerId="LiveId" clId="{663F6E83-1B31-4E73-A7E8-33DF2233A537}" dt="2024-11-01T05:01:20.851" v="4439" actId="20577"/>
          <ac:spMkLst>
            <pc:docMk/>
            <pc:sldMk cId="0" sldId="264"/>
            <ac:spMk id="100" creationId="{00000000-0000-0000-0000-000000000000}"/>
          </ac:spMkLst>
        </pc:spChg>
      </pc:sldChg>
      <pc:sldChg chg="addSp modSp del modNotes">
        <pc:chgData name="Sarvesh Shashidhar" userId="2f785714709b947b" providerId="LiveId" clId="{663F6E83-1B31-4E73-A7E8-33DF2233A537}" dt="2024-11-03T16:05:11.175" v="4634" actId="47"/>
        <pc:sldMkLst>
          <pc:docMk/>
          <pc:sldMk cId="0" sldId="265"/>
        </pc:sldMkLst>
        <pc:spChg chg="add mod">
          <ac:chgData name="Sarvesh Shashidhar" userId="2f785714709b947b" providerId="LiveId" clId="{663F6E83-1B31-4E73-A7E8-33DF2233A537}" dt="2024-11-03T16:04:45.485" v="4595"/>
          <ac:spMkLst>
            <pc:docMk/>
            <pc:sldMk cId="0" sldId="265"/>
            <ac:spMk id="2" creationId="{745EEF83-E1EC-6147-43E2-BDBA69E5BA6D}"/>
          </ac:spMkLst>
        </pc:spChg>
        <pc:spChg chg="add mod">
          <ac:chgData name="Sarvesh Shashidhar" userId="2f785714709b947b" providerId="LiveId" clId="{663F6E83-1B31-4E73-A7E8-33DF2233A537}" dt="2024-11-03T16:04:50.868" v="4597"/>
          <ac:spMkLst>
            <pc:docMk/>
            <pc:sldMk cId="0" sldId="265"/>
            <ac:spMk id="3" creationId="{18F8C152-1FF5-1361-0521-4BC99F8D99AE}"/>
          </ac:spMkLst>
        </pc:spChg>
      </pc:sldChg>
      <pc:sldChg chg="modSp mod">
        <pc:chgData name="Sarvesh Shashidhar" userId="2f785714709b947b" providerId="LiveId" clId="{663F6E83-1B31-4E73-A7E8-33DF2233A537}" dt="2024-10-28T22:11:17.276" v="3314" actId="20577"/>
        <pc:sldMkLst>
          <pc:docMk/>
          <pc:sldMk cId="0" sldId="266"/>
        </pc:sldMkLst>
        <pc:spChg chg="mod">
          <ac:chgData name="Sarvesh Shashidhar" userId="2f785714709b947b" providerId="LiveId" clId="{663F6E83-1B31-4E73-A7E8-33DF2233A537}" dt="2024-10-28T22:11:17.276" v="3314" actId="20577"/>
          <ac:spMkLst>
            <pc:docMk/>
            <pc:sldMk cId="0" sldId="266"/>
            <ac:spMk id="111" creationId="{00000000-0000-0000-0000-000000000000}"/>
          </ac:spMkLst>
        </pc:spChg>
      </pc:sldChg>
      <pc:sldChg chg="modSp add del mod">
        <pc:chgData name="Sarvesh Shashidhar" userId="2f785714709b947b" providerId="LiveId" clId="{663F6E83-1B31-4E73-A7E8-33DF2233A537}" dt="2024-11-01T07:27:28.835" v="4440" actId="2696"/>
        <pc:sldMkLst>
          <pc:docMk/>
          <pc:sldMk cId="3144214044" sldId="268"/>
        </pc:sldMkLst>
        <pc:spChg chg="mod">
          <ac:chgData name="Sarvesh Shashidhar" userId="2f785714709b947b" providerId="LiveId" clId="{663F6E83-1B31-4E73-A7E8-33DF2233A537}" dt="2024-10-28T21:36:30.803" v="2751" actId="20577"/>
          <ac:spMkLst>
            <pc:docMk/>
            <pc:sldMk cId="3144214044" sldId="268"/>
            <ac:spMk id="100" creationId="{2CF05263-3ADE-6E14-05B4-89C1B8C38A1E}"/>
          </ac:spMkLst>
        </pc:spChg>
      </pc:sldChg>
      <pc:sldChg chg="addSp modSp add mod ord">
        <pc:chgData name="Sarvesh Shashidhar" userId="2f785714709b947b" providerId="LiveId" clId="{663F6E83-1B31-4E73-A7E8-33DF2233A537}" dt="2024-11-01T04:59:01.749" v="4033" actId="1076"/>
        <pc:sldMkLst>
          <pc:docMk/>
          <pc:sldMk cId="2251140349" sldId="269"/>
        </pc:sldMkLst>
        <pc:spChg chg="mod">
          <ac:chgData name="Sarvesh Shashidhar" userId="2f785714709b947b" providerId="LiveId" clId="{663F6E83-1B31-4E73-A7E8-33DF2233A537}" dt="2024-11-01T04:58:55.177" v="4032" actId="14100"/>
          <ac:spMkLst>
            <pc:docMk/>
            <pc:sldMk cId="2251140349" sldId="269"/>
            <ac:spMk id="100" creationId="{C080B3C9-B055-B71D-C05A-F439DD4C1237}"/>
          </ac:spMkLst>
        </pc:spChg>
        <pc:graphicFrameChg chg="add mod modGraphic">
          <ac:chgData name="Sarvesh Shashidhar" userId="2f785714709b947b" providerId="LiveId" clId="{663F6E83-1B31-4E73-A7E8-33DF2233A537}" dt="2024-11-01T04:59:01.749" v="4033" actId="1076"/>
          <ac:graphicFrameMkLst>
            <pc:docMk/>
            <pc:sldMk cId="2251140349" sldId="269"/>
            <ac:graphicFrameMk id="2" creationId="{6DAF297B-3DC5-C313-B66A-EA8B46BD2065}"/>
          </ac:graphicFrameMkLst>
        </pc:graphicFrameChg>
      </pc:sldChg>
      <pc:sldChg chg="delSp modSp add del mod">
        <pc:chgData name="Sarvesh Shashidhar" userId="2f785714709b947b" providerId="LiveId" clId="{663F6E83-1B31-4E73-A7E8-33DF2233A537}" dt="2024-11-01T08:05:30.464" v="4564" actId="2696"/>
        <pc:sldMkLst>
          <pc:docMk/>
          <pc:sldMk cId="715785897" sldId="270"/>
        </pc:sldMkLst>
        <pc:spChg chg="mod">
          <ac:chgData name="Sarvesh Shashidhar" userId="2f785714709b947b" providerId="LiveId" clId="{663F6E83-1B31-4E73-A7E8-33DF2233A537}" dt="2024-11-01T08:02:12.969" v="4443" actId="1076"/>
          <ac:spMkLst>
            <pc:docMk/>
            <pc:sldMk cId="715785897" sldId="270"/>
            <ac:spMk id="3" creationId="{E3F92F7E-2D57-B5EB-E8C8-B2389144BA58}"/>
          </ac:spMkLst>
        </pc:spChg>
        <pc:graphicFrameChg chg="del">
          <ac:chgData name="Sarvesh Shashidhar" userId="2f785714709b947b" providerId="LiveId" clId="{663F6E83-1B31-4E73-A7E8-33DF2233A537}" dt="2024-11-01T08:02:09.278" v="4442" actId="478"/>
          <ac:graphicFrameMkLst>
            <pc:docMk/>
            <pc:sldMk cId="715785897" sldId="270"/>
            <ac:graphicFrameMk id="2" creationId="{BD934742-C7A8-B52B-6C3E-7E04623954B3}"/>
          </ac:graphicFrameMkLst>
        </pc:graphicFrameChg>
      </pc:sldChg>
      <pc:sldChg chg="modSp add mod ord">
        <pc:chgData name="Sarvesh Shashidhar" userId="2f785714709b947b" providerId="LiveId" clId="{663F6E83-1B31-4E73-A7E8-33DF2233A537}" dt="2024-11-03T16:13:01.510" v="5202" actId="14100"/>
        <pc:sldMkLst>
          <pc:docMk/>
          <pc:sldMk cId="2458756161" sldId="270"/>
        </pc:sldMkLst>
        <pc:spChg chg="mod">
          <ac:chgData name="Sarvesh Shashidhar" userId="2f785714709b947b" providerId="LiveId" clId="{663F6E83-1B31-4E73-A7E8-33DF2233A537}" dt="2024-11-03T16:05:07.661" v="4633" actId="20577"/>
          <ac:spMkLst>
            <pc:docMk/>
            <pc:sldMk cId="2458756161" sldId="270"/>
            <ac:spMk id="110" creationId="{AF7B44E5-BEDC-D382-2762-3D3DEDA82CA6}"/>
          </ac:spMkLst>
        </pc:spChg>
        <pc:spChg chg="mod">
          <ac:chgData name="Sarvesh Shashidhar" userId="2f785714709b947b" providerId="LiveId" clId="{663F6E83-1B31-4E73-A7E8-33DF2233A537}" dt="2024-11-03T16:13:01.510" v="5202" actId="14100"/>
          <ac:spMkLst>
            <pc:docMk/>
            <pc:sldMk cId="2458756161" sldId="270"/>
            <ac:spMk id="111" creationId="{C0ECB2F3-4260-99D8-756E-F688EA988D2C}"/>
          </ac:spMkLst>
        </pc:spChg>
      </pc:sldChg>
      <pc:sldChg chg="modSp add mod">
        <pc:chgData name="Sarvesh Shashidhar" userId="2f785714709b947b" providerId="LiveId" clId="{663F6E83-1B31-4E73-A7E8-33DF2233A537}" dt="2024-11-03T17:01:56.540" v="5585" actId="20577"/>
        <pc:sldMkLst>
          <pc:docMk/>
          <pc:sldMk cId="657961655" sldId="271"/>
        </pc:sldMkLst>
        <pc:spChg chg="mod">
          <ac:chgData name="Sarvesh Shashidhar" userId="2f785714709b947b" providerId="LiveId" clId="{663F6E83-1B31-4E73-A7E8-33DF2233A537}" dt="2024-11-03T16:57:11.567" v="5216" actId="20577"/>
          <ac:spMkLst>
            <pc:docMk/>
            <pc:sldMk cId="657961655" sldId="271"/>
            <ac:spMk id="116" creationId="{45EC09CA-AA90-1DAA-AA79-15F2BF89FE9E}"/>
          </ac:spMkLst>
        </pc:spChg>
        <pc:spChg chg="mod">
          <ac:chgData name="Sarvesh Shashidhar" userId="2f785714709b947b" providerId="LiveId" clId="{663F6E83-1B31-4E73-A7E8-33DF2233A537}" dt="2024-11-03T17:01:56.540" v="5585" actId="20577"/>
          <ac:spMkLst>
            <pc:docMk/>
            <pc:sldMk cId="657961655" sldId="271"/>
            <ac:spMk id="117" creationId="{60AE0C1E-96F2-64A4-1542-3162C20B975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IN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1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2CA771A8-F2CA-871A-0B3C-21F40D464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BBE0E778-C558-2AC1-BE2F-F15AB1873B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A04C070A-F891-A88C-F4DA-1D8A1F09FC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39708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96F0D4CD-AC99-D700-0C95-A9B662BC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95963F54-798D-A1C1-1703-7320411512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E7F4027E-52B9-1471-EBFE-A79DFDD41D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240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2DC89855-9D5E-4AB6-67AC-6333F2B6E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42765D59-51A8-1503-31E1-C3A8AEE561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769B836A-F945-4FBE-DDD2-699D01E02B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7814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F6404330-5874-B5DE-2B76-5EF1278FA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104A350F-F625-4D77-C649-8C0402D78E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9A77C3E3-7527-1132-192C-E3581B5A1A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10650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8F20D5E2-8EF6-0BCB-4ABC-CFFDB8B80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81B5174D-26B3-A886-6AA1-8E41DA487B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2BDD5988-AFFB-2021-6CD4-11811C2A30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7376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»"/>
              <a:defRPr/>
            </a:lvl5pPr>
            <a:lvl6pPr marL="2743200" lvl="5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»"/>
              <a:defRPr/>
            </a:lvl6pPr>
            <a:lvl7pPr marL="3200400" lvl="6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»"/>
              <a:defRPr/>
            </a:lvl7pPr>
            <a:lvl8pPr marL="3657600" lvl="7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»"/>
              <a:defRPr/>
            </a:lvl8pPr>
            <a:lvl9pPr marL="4114800" lvl="8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Text, and Content" type="txAndObj">
  <p:cSld name="TEXT_AND_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>
            <a:alpha val="0"/>
          </a:srgb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228600" y="1329003"/>
            <a:ext cx="8686800" cy="1629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 b="1" dirty="0"/>
              <a:t>C</a:t>
            </a:r>
            <a:r>
              <a:rPr lang="en-IN" sz="4400" b="1" dirty="0" err="1"/>
              <a:t>ourse</a:t>
            </a:r>
            <a:r>
              <a:rPr lang="en-IN" sz="4400" b="1" dirty="0"/>
              <a:t> Project</a:t>
            </a:r>
            <a:br>
              <a:rPr lang="en-IN" sz="4400" b="1" dirty="0"/>
            </a:br>
            <a:r>
              <a:rPr lang="en-IN" sz="4400" b="1" dirty="0"/>
              <a:t>Evaluation</a:t>
            </a:r>
            <a:endParaRPr sz="4400" dirty="0"/>
          </a:p>
        </p:txBody>
      </p:sp>
      <p:sp>
        <p:nvSpPr>
          <p:cNvPr id="53" name="Google Shape;53;p1"/>
          <p:cNvSpPr txBox="1">
            <a:spLocks noGrp="1"/>
          </p:cNvSpPr>
          <p:nvPr>
            <p:ph type="subTitle" idx="1"/>
          </p:nvPr>
        </p:nvSpPr>
        <p:spPr>
          <a:xfrm>
            <a:off x="115887" y="3276599"/>
            <a:ext cx="8610600" cy="314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6695" algn="ctr">
              <a:lnSpc>
                <a:spcPct val="100000"/>
              </a:lnSpc>
              <a:spcBef>
                <a:spcPts val="1885"/>
              </a:spcBef>
            </a:pPr>
            <a:r>
              <a:rPr lang="en-IN" b="1" dirty="0">
                <a:solidFill>
                  <a:srgbClr val="0000FF"/>
                </a:solidFill>
                <a:latin typeface="Times New Roman"/>
                <a:cs typeface="Times New Roman"/>
              </a:rPr>
              <a:t>Group</a:t>
            </a:r>
            <a:r>
              <a:rPr lang="en-IN" b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IN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Id - 4</a:t>
            </a:r>
            <a:endParaRPr lang="en-IN" dirty="0">
              <a:latin typeface="Times New Roman"/>
              <a:cs typeface="Times New Roman"/>
            </a:endParaRPr>
          </a:p>
          <a:p>
            <a:pPr marR="64769" algn="ctr">
              <a:lnSpc>
                <a:spcPts val="2050"/>
              </a:lnSpc>
              <a:spcBef>
                <a:spcPts val="1725"/>
              </a:spcBef>
            </a:pPr>
            <a:r>
              <a:rPr lang="en-IN" dirty="0">
                <a:solidFill>
                  <a:srgbClr val="0000FF"/>
                </a:solidFill>
                <a:latin typeface="Arial MT"/>
                <a:cs typeface="Arial MT"/>
              </a:rPr>
              <a:t>Sarvesh Shashidhar, 24m2152</a:t>
            </a:r>
            <a:r>
              <a:rPr lang="en-IN" spc="-10" dirty="0">
                <a:solidFill>
                  <a:srgbClr val="0000FF"/>
                </a:solidFill>
                <a:latin typeface="Arial MT"/>
                <a:cs typeface="Arial MT"/>
              </a:rPr>
              <a:t>, C-MINDS</a:t>
            </a:r>
            <a:endParaRPr lang="en-IN" dirty="0">
              <a:latin typeface="Arial MT"/>
              <a:cs typeface="Arial MT"/>
            </a:endParaRPr>
          </a:p>
          <a:p>
            <a:pPr marR="64769" algn="ctr">
              <a:lnSpc>
                <a:spcPts val="1945"/>
              </a:lnSpc>
            </a:pPr>
            <a:r>
              <a:rPr lang="en-IN" dirty="0">
                <a:solidFill>
                  <a:srgbClr val="0000FF"/>
                </a:solidFill>
                <a:latin typeface="Arial MT"/>
                <a:cs typeface="Arial MT"/>
              </a:rPr>
              <a:t>Ritik, 24m2155, C-MINDS</a:t>
            </a:r>
            <a:endParaRPr lang="en-IN" dirty="0">
              <a:latin typeface="Arial MT"/>
              <a:cs typeface="Arial MT"/>
            </a:endParaRPr>
          </a:p>
          <a:p>
            <a:pPr marR="64769" algn="ctr">
              <a:lnSpc>
                <a:spcPts val="1945"/>
              </a:lnSpc>
            </a:pPr>
            <a:r>
              <a:rPr lang="en-IN" dirty="0">
                <a:solidFill>
                  <a:srgbClr val="0000FF"/>
                </a:solidFill>
                <a:latin typeface="Arial MT"/>
                <a:cs typeface="Arial MT"/>
              </a:rPr>
              <a:t>Abhishek Mishra, 24m2156, C-MINDS</a:t>
            </a:r>
            <a:endParaRPr lang="en-IN" dirty="0">
              <a:latin typeface="Arial MT"/>
              <a:cs typeface="Arial MT"/>
            </a:endParaRPr>
          </a:p>
          <a:p>
            <a:pPr marR="64769" algn="ctr">
              <a:lnSpc>
                <a:spcPts val="2050"/>
              </a:lnSpc>
            </a:pPr>
            <a:r>
              <a:rPr lang="en-IN" dirty="0">
                <a:solidFill>
                  <a:srgbClr val="0000FF"/>
                </a:solidFill>
                <a:latin typeface="Arial MT"/>
                <a:cs typeface="Arial MT"/>
              </a:rPr>
              <a:t>Nachiketa Patil, 24m2161, C-MINDS</a:t>
            </a:r>
            <a:endParaRPr lang="en-IN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25"/>
              </a:spcBef>
            </a:pPr>
            <a:endParaRPr lang="en-IN" dirty="0">
              <a:latin typeface="Times New Roman"/>
              <a:cs typeface="Times New Roman"/>
            </a:endParaRPr>
          </a:p>
          <a:p>
            <a:pPr marL="303530" algn="ctr">
              <a:lnSpc>
                <a:spcPct val="100000"/>
              </a:lnSpc>
            </a:pPr>
            <a:r>
              <a:rPr lang="en-IN" b="1" dirty="0">
                <a:solidFill>
                  <a:srgbClr val="0000FF"/>
                </a:solidFill>
                <a:latin typeface="Times New Roman"/>
                <a:cs typeface="Times New Roman"/>
              </a:rPr>
              <a:t>Date:</a:t>
            </a:r>
            <a:r>
              <a:rPr lang="en-IN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IN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04/11/24</a:t>
            </a:r>
            <a:endParaRPr lang="en-IN" dirty="0">
              <a:latin typeface="Times New Roman"/>
              <a:cs typeface="Times New Roman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44D27D12-CB34-E50B-0007-EA50818046BB}"/>
              </a:ext>
            </a:extLst>
          </p:cNvPr>
          <p:cNvSpPr txBox="1">
            <a:spLocks/>
          </p:cNvSpPr>
          <p:nvPr/>
        </p:nvSpPr>
        <p:spPr>
          <a:xfrm>
            <a:off x="179295" y="293353"/>
            <a:ext cx="8686800" cy="3911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z="2400">
                <a:solidFill>
                  <a:srgbClr val="0000FF"/>
                </a:solidFill>
              </a:rPr>
              <a:t>CS626</a:t>
            </a:r>
            <a:r>
              <a:rPr lang="en-US" sz="2400" spc="-50">
                <a:solidFill>
                  <a:srgbClr val="0000FF"/>
                </a:solidFill>
              </a:rPr>
              <a:t> </a:t>
            </a:r>
            <a:r>
              <a:rPr lang="en-US" sz="2400">
                <a:solidFill>
                  <a:srgbClr val="0000FF"/>
                </a:solidFill>
              </a:rPr>
              <a:t>-</a:t>
            </a:r>
            <a:r>
              <a:rPr lang="en-US" sz="2400" spc="-50">
                <a:solidFill>
                  <a:srgbClr val="0000FF"/>
                </a:solidFill>
              </a:rPr>
              <a:t> </a:t>
            </a:r>
            <a:r>
              <a:rPr lang="en-US" sz="2400">
                <a:solidFill>
                  <a:srgbClr val="0000FF"/>
                </a:solidFill>
              </a:rPr>
              <a:t>Speech,</a:t>
            </a:r>
            <a:r>
              <a:rPr lang="en-US" sz="2400" spc="-50">
                <a:solidFill>
                  <a:srgbClr val="0000FF"/>
                </a:solidFill>
              </a:rPr>
              <a:t> </a:t>
            </a:r>
            <a:r>
              <a:rPr lang="en-US" sz="2400">
                <a:solidFill>
                  <a:srgbClr val="0000FF"/>
                </a:solidFill>
              </a:rPr>
              <a:t>Natural</a:t>
            </a:r>
            <a:r>
              <a:rPr lang="en-US" sz="2400" spc="-55">
                <a:solidFill>
                  <a:srgbClr val="0000FF"/>
                </a:solidFill>
              </a:rPr>
              <a:t> </a:t>
            </a:r>
            <a:r>
              <a:rPr lang="en-US" sz="2400">
                <a:solidFill>
                  <a:srgbClr val="0000FF"/>
                </a:solidFill>
              </a:rPr>
              <a:t>Language</a:t>
            </a:r>
            <a:r>
              <a:rPr lang="en-US" sz="2400" spc="-50">
                <a:solidFill>
                  <a:srgbClr val="0000FF"/>
                </a:solidFill>
              </a:rPr>
              <a:t> </a:t>
            </a:r>
            <a:r>
              <a:rPr lang="en-US" sz="2400">
                <a:solidFill>
                  <a:srgbClr val="0000FF"/>
                </a:solidFill>
              </a:rPr>
              <a:t>Processing,</a:t>
            </a:r>
            <a:r>
              <a:rPr lang="en-US" sz="2400" spc="-50">
                <a:solidFill>
                  <a:srgbClr val="0000FF"/>
                </a:solidFill>
              </a:rPr>
              <a:t> </a:t>
            </a:r>
            <a:r>
              <a:rPr lang="en-US" sz="2400">
                <a:solidFill>
                  <a:srgbClr val="0000FF"/>
                </a:solidFill>
              </a:rPr>
              <a:t>and</a:t>
            </a:r>
            <a:r>
              <a:rPr lang="en-US" sz="2400" spc="-55">
                <a:solidFill>
                  <a:srgbClr val="0000FF"/>
                </a:solidFill>
              </a:rPr>
              <a:t> </a:t>
            </a:r>
            <a:r>
              <a:rPr lang="en-US" sz="2400">
                <a:solidFill>
                  <a:srgbClr val="0000FF"/>
                </a:solidFill>
              </a:rPr>
              <a:t>the</a:t>
            </a:r>
            <a:r>
              <a:rPr lang="en-US" sz="2400" spc="-95">
                <a:solidFill>
                  <a:srgbClr val="0000FF"/>
                </a:solidFill>
              </a:rPr>
              <a:t> </a:t>
            </a:r>
            <a:r>
              <a:rPr lang="en-US" sz="2400" spc="-25">
                <a:solidFill>
                  <a:srgbClr val="0000FF"/>
                </a:solidFill>
              </a:rPr>
              <a:t>Web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68D5E66A-54E3-D95B-14D7-8682EA1AF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>
            <a:extLst>
              <a:ext uri="{FF2B5EF4-FFF2-40B4-BE49-F238E27FC236}">
                <a16:creationId xmlns:a16="http://schemas.microsoft.com/office/drawing/2014/main" id="{DD3127E3-EE8C-59A1-60AB-815C8381F7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b="1" dirty="0"/>
              <a:t>Abstract</a:t>
            </a:r>
            <a:endParaRPr b="1" dirty="0"/>
          </a:p>
        </p:txBody>
      </p:sp>
      <p:sp>
        <p:nvSpPr>
          <p:cNvPr id="59" name="Google Shape;59;p2">
            <a:extLst>
              <a:ext uri="{FF2B5EF4-FFF2-40B4-BE49-F238E27FC236}">
                <a16:creationId xmlns:a16="http://schemas.microsoft.com/office/drawing/2014/main" id="{11964318-82BC-1424-622E-04627CCBC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Emotional analysis/classification is an important NLP task (especially since the surge in popularity of chat bots).</a:t>
            </a:r>
          </a:p>
          <a:p>
            <a:r>
              <a:rPr lang="en-US" dirty="0"/>
              <a:t>This study focuses on text emotion analysis, specifically for the Hindi language.</a:t>
            </a:r>
          </a:p>
          <a:p>
            <a:r>
              <a:rPr lang="en-US" dirty="0"/>
              <a:t>We are taking inspiration from the paper </a:t>
            </a:r>
            <a:r>
              <a:rPr lang="en-US" i="1" dirty="0"/>
              <a:t>Kumar, T., </a:t>
            </a:r>
            <a:r>
              <a:rPr lang="en-US" i="1" dirty="0" err="1"/>
              <a:t>Mahrishi</a:t>
            </a:r>
            <a:r>
              <a:rPr lang="en-US" i="1" dirty="0"/>
              <a:t>, M. &amp; Sharma, G</a:t>
            </a:r>
            <a:r>
              <a:rPr lang="en-US" dirty="0"/>
              <a:t>. </a:t>
            </a:r>
            <a:r>
              <a:rPr lang="en-US" b="1" dirty="0"/>
              <a:t>Emotion recognition in Hindi text using multilingual BERT transformer</a:t>
            </a:r>
            <a:r>
              <a:rPr lang="en-US" dirty="0"/>
              <a:t>. </a:t>
            </a:r>
            <a:r>
              <a:rPr lang="en-US" dirty="0" err="1"/>
              <a:t>Multimed</a:t>
            </a:r>
            <a:r>
              <a:rPr lang="en-US" dirty="0"/>
              <a:t> Tools Appl 82, 42373–42394 (2023). https://doi.org/10.1007/s11042-023-15150-1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5440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0F80B92D-FC32-1918-DC91-9F0CC2225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>
            <a:extLst>
              <a:ext uri="{FF2B5EF4-FFF2-40B4-BE49-F238E27FC236}">
                <a16:creationId xmlns:a16="http://schemas.microsoft.com/office/drawing/2014/main" id="{97B2036C-DB6B-B8E9-358B-886BC0F0D1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b="1" dirty="0"/>
              <a:t>Dataset Used</a:t>
            </a:r>
            <a:endParaRPr b="1" dirty="0"/>
          </a:p>
        </p:txBody>
      </p:sp>
      <p:sp>
        <p:nvSpPr>
          <p:cNvPr id="59" name="Google Shape;59;p2">
            <a:extLst>
              <a:ext uri="{FF2B5EF4-FFF2-40B4-BE49-F238E27FC236}">
                <a16:creationId xmlns:a16="http://schemas.microsoft.com/office/drawing/2014/main" id="{54E193C2-D5CC-0CFF-605A-9EDF7463BF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218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Name – </a:t>
            </a:r>
            <a:r>
              <a:rPr lang="en-US" dirty="0"/>
              <a:t>BHAAV</a:t>
            </a:r>
          </a:p>
          <a:p>
            <a:r>
              <a:rPr lang="en-US" b="1" dirty="0"/>
              <a:t>Developed by – </a:t>
            </a:r>
            <a:r>
              <a:rPr lang="en-US" dirty="0"/>
              <a:t>MIDAS, IIIT Delhi</a:t>
            </a:r>
          </a:p>
          <a:p>
            <a:r>
              <a:rPr lang="en-US" b="1" dirty="0"/>
              <a:t>Size – </a:t>
            </a:r>
            <a:r>
              <a:rPr lang="en-US" dirty="0"/>
              <a:t>20,304 sentences from 230 different stories across 18 genres.</a:t>
            </a:r>
          </a:p>
          <a:p>
            <a:r>
              <a:rPr lang="en-US" b="1" dirty="0"/>
              <a:t>Emotion Labels – </a:t>
            </a:r>
            <a:r>
              <a:rPr lang="en-US" dirty="0"/>
              <a:t>{Anger(0), Joy(1), Suspense(2), Sad(3), Neutral(4)}</a:t>
            </a:r>
            <a:endParaRPr b="1" dirty="0"/>
          </a:p>
        </p:txBody>
      </p:sp>
      <p:pic>
        <p:nvPicPr>
          <p:cNvPr id="1026" name="Picture 2" descr="Sentence Distribution">
            <a:extLst>
              <a:ext uri="{FF2B5EF4-FFF2-40B4-BE49-F238E27FC236}">
                <a16:creationId xmlns:a16="http://schemas.microsoft.com/office/drawing/2014/main" id="{80E04CBB-CAF5-766E-A02D-16AC2B311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00" y="4237767"/>
            <a:ext cx="8433600" cy="2345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974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8128D827-3900-9DF3-320E-969D3D279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>
            <a:extLst>
              <a:ext uri="{FF2B5EF4-FFF2-40B4-BE49-F238E27FC236}">
                <a16:creationId xmlns:a16="http://schemas.microsoft.com/office/drawing/2014/main" id="{E69F6039-9A64-86A4-51E4-75AA81029E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b="1" dirty="0"/>
              <a:t>Models to be Implemented</a:t>
            </a:r>
            <a:endParaRPr b="1" dirty="0"/>
          </a:p>
        </p:txBody>
      </p:sp>
      <p:sp>
        <p:nvSpPr>
          <p:cNvPr id="59" name="Google Shape;59;p2">
            <a:extLst>
              <a:ext uri="{FF2B5EF4-FFF2-40B4-BE49-F238E27FC236}">
                <a16:creationId xmlns:a16="http://schemas.microsoft.com/office/drawing/2014/main" id="{09CBB0E6-38CC-0E3A-8438-86BF461E09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431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Logistic Regression</a:t>
            </a:r>
          </a:p>
          <a:p>
            <a:r>
              <a:rPr lang="en-US" b="1" dirty="0"/>
              <a:t>Naïve Bayes Classifier</a:t>
            </a:r>
          </a:p>
          <a:p>
            <a:r>
              <a:rPr lang="en-US" b="1" dirty="0"/>
              <a:t>SVC Classifier</a:t>
            </a:r>
          </a:p>
          <a:p>
            <a:r>
              <a:rPr lang="en-US" b="1" dirty="0"/>
              <a:t>Decision Tree Classifier</a:t>
            </a:r>
          </a:p>
          <a:p>
            <a:r>
              <a:rPr lang="en-US" b="1" dirty="0"/>
              <a:t>Boosted Tree Classifier</a:t>
            </a:r>
          </a:p>
          <a:p>
            <a:r>
              <a:rPr lang="en-US" b="1" dirty="0"/>
              <a:t>KNN Classifier</a:t>
            </a:r>
          </a:p>
          <a:p>
            <a:r>
              <a:rPr lang="en-US" b="1" dirty="0"/>
              <a:t>Random Forest Classifier</a:t>
            </a:r>
          </a:p>
          <a:p>
            <a:r>
              <a:rPr lang="en-US" b="1" dirty="0" err="1"/>
              <a:t>mBERT</a:t>
            </a:r>
            <a:r>
              <a:rPr lang="en-US" b="1" dirty="0"/>
              <a:t> Classifier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587634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0E2D15F4-6871-27D9-AE2F-2840B3570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>
            <a:extLst>
              <a:ext uri="{FF2B5EF4-FFF2-40B4-BE49-F238E27FC236}">
                <a16:creationId xmlns:a16="http://schemas.microsoft.com/office/drawing/2014/main" id="{7B2F60A1-92C9-EBF8-4495-3B6B2246DC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b="1" dirty="0"/>
              <a:t>Evaluation Metrics</a:t>
            </a:r>
            <a:endParaRPr b="1" dirty="0"/>
          </a:p>
        </p:txBody>
      </p:sp>
      <p:sp>
        <p:nvSpPr>
          <p:cNvPr id="59" name="Google Shape;59;p2">
            <a:extLst>
              <a:ext uri="{FF2B5EF4-FFF2-40B4-BE49-F238E27FC236}">
                <a16:creationId xmlns:a16="http://schemas.microsoft.com/office/drawing/2014/main" id="{B1BCDEEB-5347-708E-38E1-200C59E06D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485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Overall</a:t>
            </a:r>
          </a:p>
          <a:p>
            <a:pPr lvl="1"/>
            <a:r>
              <a:rPr lang="en-US" b="1" dirty="0"/>
              <a:t>Precision</a:t>
            </a:r>
          </a:p>
          <a:p>
            <a:pPr lvl="1"/>
            <a:r>
              <a:rPr lang="en-US" b="1" dirty="0"/>
              <a:t>Accuracy</a:t>
            </a:r>
          </a:p>
          <a:p>
            <a:pPr lvl="1"/>
            <a:r>
              <a:rPr lang="en-US" b="1" dirty="0"/>
              <a:t>Recall</a:t>
            </a:r>
          </a:p>
          <a:p>
            <a:pPr lvl="1"/>
            <a:r>
              <a:rPr lang="en-US" b="1" dirty="0"/>
              <a:t>F1 – score</a:t>
            </a:r>
          </a:p>
          <a:p>
            <a:r>
              <a:rPr lang="en-US" b="1" dirty="0"/>
              <a:t>Emotion Label-wise</a:t>
            </a:r>
          </a:p>
          <a:p>
            <a:pPr lvl="1"/>
            <a:r>
              <a:rPr lang="en-US" b="1" dirty="0"/>
              <a:t>Precision</a:t>
            </a:r>
          </a:p>
          <a:p>
            <a:pPr lvl="1"/>
            <a:r>
              <a:rPr lang="en-US" b="1" dirty="0"/>
              <a:t>Recall</a:t>
            </a:r>
          </a:p>
          <a:p>
            <a:pPr lvl="1"/>
            <a:r>
              <a:rPr lang="en-US" b="1" dirty="0"/>
              <a:t>F1 – score</a:t>
            </a:r>
          </a:p>
          <a:p>
            <a:pPr lvl="1"/>
            <a:r>
              <a:rPr lang="en-US" b="1" dirty="0"/>
              <a:t>F0.5 – score</a:t>
            </a:r>
          </a:p>
          <a:p>
            <a:pPr lvl="1"/>
            <a:r>
              <a:rPr lang="en-US" b="1" dirty="0"/>
              <a:t>F2 – score</a:t>
            </a:r>
          </a:p>
          <a:p>
            <a:pPr marL="533400" lvl="1" indent="0">
              <a:buNone/>
            </a:pPr>
            <a:endParaRPr lang="en-US" b="1" dirty="0"/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91438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03E88CAF-A6DB-BAB6-071C-28B532F42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>
            <a:extLst>
              <a:ext uri="{FF2B5EF4-FFF2-40B4-BE49-F238E27FC236}">
                <a16:creationId xmlns:a16="http://schemas.microsoft.com/office/drawing/2014/main" id="{FF40864F-E2B8-E1DA-06F2-14298E6DA5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b="1" dirty="0"/>
              <a:t>Our Contributions</a:t>
            </a:r>
            <a:endParaRPr b="1" dirty="0"/>
          </a:p>
        </p:txBody>
      </p:sp>
      <p:sp>
        <p:nvSpPr>
          <p:cNvPr id="59" name="Google Shape;59;p2">
            <a:extLst>
              <a:ext uri="{FF2B5EF4-FFF2-40B4-BE49-F238E27FC236}">
                <a16:creationId xmlns:a16="http://schemas.microsoft.com/office/drawing/2014/main" id="{318DB92F-4FF4-CE52-E662-CD252BFF66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485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BHAAV dataset has sentences labelled as “suspense” which can be either positive or negative depending on the context.</a:t>
            </a:r>
          </a:p>
          <a:p>
            <a:r>
              <a:rPr lang="en-US" b="1" dirty="0"/>
              <a:t>We propose to use models like VADER and </a:t>
            </a:r>
            <a:r>
              <a:rPr lang="en-US" b="1" dirty="0" err="1"/>
              <a:t>TextBlob</a:t>
            </a:r>
            <a:r>
              <a:rPr lang="en-US" b="1" dirty="0"/>
              <a:t> to get scores for the sentences and then classify them as either “positive suspense” or “negative suspense”.</a:t>
            </a:r>
          </a:p>
          <a:p>
            <a:r>
              <a:rPr lang="en-US" b="1" dirty="0"/>
              <a:t>We also shall manually annotate 1000 suspense sentences from the corpus and then evaluate our scoring scheme on its accuracy.</a:t>
            </a:r>
          </a:p>
        </p:txBody>
      </p:sp>
    </p:spTree>
    <p:extLst>
      <p:ext uri="{BB962C8B-B14F-4D97-AF65-F5344CB8AC3E}">
        <p14:creationId xmlns:p14="http://schemas.microsoft.com/office/powerpoint/2010/main" val="367556950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DCBA2BFE3E4B45B87B87F18EDC8DC1" ma:contentTypeVersion="12" ma:contentTypeDescription="Create a new document." ma:contentTypeScope="" ma:versionID="123f2967282356a67d96ff8951bae614">
  <xsd:schema xmlns:xsd="http://www.w3.org/2001/XMLSchema" xmlns:xs="http://www.w3.org/2001/XMLSchema" xmlns:p="http://schemas.microsoft.com/office/2006/metadata/properties" xmlns:ns2="ecead95d-892b-4918-83db-b420de9da345" xmlns:ns3="19f6d3fd-caee-42dd-a951-7a1f3458d463" targetNamespace="http://schemas.microsoft.com/office/2006/metadata/properties" ma:root="true" ma:fieldsID="85c5e0cf8bf09f1c4503477b23a43cdf" ns2:_="" ns3:_="">
    <xsd:import namespace="ecead95d-892b-4918-83db-b420de9da345"/>
    <xsd:import namespace="19f6d3fd-caee-42dd-a951-7a1f3458d4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ead95d-892b-4918-83db-b420de9da3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2649be5-9f12-494a-8a8e-cc00224d8e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f6d3fd-caee-42dd-a951-7a1f3458d46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3c5f548-3536-4885-9450-d649e52f5e82}" ma:internalName="TaxCatchAll" ma:showField="CatchAllData" ma:web="19f6d3fd-caee-42dd-a951-7a1f3458d4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A919481-533A-4D6D-9178-78E73D54D63C}">
  <ds:schemaRefs>
    <ds:schemaRef ds:uri="19f6d3fd-caee-42dd-a951-7a1f3458d463"/>
    <ds:schemaRef ds:uri="ecead95d-892b-4918-83db-b420de9da34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21CEDEA-0C7B-4821-B9EC-4785D2337C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298</Words>
  <Application>Microsoft Office PowerPoint</Application>
  <PresentationFormat>On-screen Show (4:3)</PresentationFormat>
  <Paragraphs>44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MT</vt:lpstr>
      <vt:lpstr>Times New Roman</vt:lpstr>
      <vt:lpstr>Default Design</vt:lpstr>
      <vt:lpstr>Course Project Evaluation</vt:lpstr>
      <vt:lpstr>Abstract</vt:lpstr>
      <vt:lpstr>Dataset Used</vt:lpstr>
      <vt:lpstr>Models to be Implemented</vt:lpstr>
      <vt:lpstr>Evaluation Metrics</vt:lpstr>
      <vt:lpstr>Our Contributions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Pushpak</dc:creator>
  <cp:lastModifiedBy>Sarvesh Shashidhar</cp:lastModifiedBy>
  <cp:revision>19</cp:revision>
  <dcterms:modified xsi:type="dcterms:W3CDTF">2024-11-03T18:26:00Z</dcterms:modified>
</cp:coreProperties>
</file>